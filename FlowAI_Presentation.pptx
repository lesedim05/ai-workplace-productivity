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40AF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2563EB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3657600"/>
            <a:ext cx="4572000" cy="45720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Workplace Productivity Assistant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175504" y="3383280"/>
            <a:ext cx="18288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 web application that helps professionals automate</a:t>
            </a:r>
            <a:endParaRPr lang="en-US" sz="16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work tasks using AI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&amp; Technical Overview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React, TypeScript, Tailwind CSS &amp; Lucide Icons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FlowAI?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productivity suite for professionals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 Generator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1488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professional emails with the right tone for any audience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2801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5262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6636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Notes Summarizer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21488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notes into structured summaries with action items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28016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15087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15400" y="15087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Task Planner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75320" y="214884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tasks and get a suggested daily schedule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Research Assistant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structured insights and summaries on any topic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47472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8862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4526280" y="3886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66360" y="38862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 Interface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26280" y="45262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anything about productivity and workplace tasks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application is structured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28016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8016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8988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 (React + Tailwind)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373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Pages: Dashboard, Email, Meeting, Tasks, Research, Chat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37744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37744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48716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Layer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834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TopBar, Cards, Buttons, Forms, Loading States, Output Panels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47472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5844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Layer (TypeScript)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emailEngine.ts, meetingEngine.ts, taskEngine.ts, researchEngine.ts, chatEngine.ts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106984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4572000"/>
            <a:ext cx="109728" cy="9144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468172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5029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simulateAiDelay(), generateId() - shared helpers for all features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Main App Component (App.tsx)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point with view routing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useState } from 'react';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Sidebar, type ViewId } from '@/components/layout/Sidebar';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TopBar } from '@/components/layout/TopBar';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Dashboard } from '@/pages/Dashboard';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EmailGenerator } from '@/pages/EmailGenerator';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MeetingSummarizer } from '@/pages/MeetingSummarizer';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TaskPlanner } from '@/pages/TaskPlanner';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ResearchAssistant } from '@/pages/ResearchAssistant';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ChatInterface } from '@/pages/ChatInterface';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App()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[activeView, setActiveView] = useState&lt;ViewId&gt;('dashboard');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[mobileSidebarOpen, setMobileSidebarOpen] = useState(false);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renderView = () =&gt;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switch (activeView)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'dashboard': return &lt;Dashboard onNavigate={setActiveView}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'email':     return &lt;EmailGenerator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'meeting':   return &lt;MeetingSummarizer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'tasks':     return &lt;TaskPlanner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'research':  return &lt;ResearchAssistant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case 'chat':      return &lt;ChatInterface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default:          return &lt;Dashboard onNavigate={setActiveView} /&gt;;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className="flex min-h-screen bg-ink-50"&gt;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&lt;Sidebar active={activeView} onSelect={setActiveView}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mobileOpen={mobileSidebarOpen}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onCloseMobile={() =&gt; setMobileSidebarOpen(false)}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className="flex-1 flex flex-col min-w-0"&gt;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&lt;TopBar active={activeView}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onMenuClick={() =&gt; setMobileSidebarOpen(true)}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&lt;main className="flex-1 overflow-y-auto scrollbar-thin"&gt;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{renderView()}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&lt;/main&gt;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default App;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Sidebar Navigation (Sidebar.tsx)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with 6 views and mobile support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LayoutDashboard, Mail, FileText, ListChecks,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Search, MessageSquare, Sparkles, X } from 'lucide-react';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ViewId = 'dashboard' | 'email' | 'meeting'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| 'tasks' | 'research' | 'chat';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navItems: NavItem[] = [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'dashboard', label: 'Dashboard', icon: LayoutDashboard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'email',     label: 'Email Generator', icon: Mail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'meeting',   label: 'Meeting Summarizer', icon: FileText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'tasks',     label: 'Task Planner', icon: ListChecks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'research',  label: 'Research Assistant', icon: Search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id: 'chat',      label: 'AI Chat', icon: MessageSquare },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Sidebar({ active, onSelect, mobileOpen,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onCloseMobile }: SidebarProps) {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&lt;aside className="fixed lg:sticky top-0 left-0 z-40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h-screen w-72 bg-white border-r border-ink-200/60"&gt;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Logo */}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className="flex items-center gap-2.5 px-6 h-16"&gt;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&lt;div className="w-9 h-9 rounded-xl bg-gradient-to-br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from-primary-500 to-primary-700"&gt;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&lt;Sparkles className="w-5 h-5 text-white" /&gt;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&lt;/div&gt;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&lt;h1 className="text-base font-bold text-ink-900"&gt;FlowAI&lt;/h1&gt;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Navigation */}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&lt;nav className="flex-1 px-3 py-4 space-y-1"&gt;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{navItems.map((item) =&gt; (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&lt;button key={item.id}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onClick={() =&gt; { onSelect(item.id); onCloseMobile(); }}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className={isActive ? 'bg-primary-50 text-primary-700'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: 'text-ink-600 hover:bg-ink-50'}&gt;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&lt;item.icon className="w-4.5 h-4.5" /&gt;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&lt;span&gt;{item.label}&lt;/span&gt;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&lt;/button&gt;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))}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&lt;/nav&gt;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&lt;/aside&gt;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Smart Email Engine (emailEngine.ts)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 engineering for tone &amp; audience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EmailTone = 'professional' | 'friendly' |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'persuasive' | 'urgent' | 'apologetic' | 'appreciative';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type EmailAudience = 'client' | 'team' | 'manager' |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'vendor' | 'candidate' | 'stakeholder';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Tone descriptors define the style, opening, and closing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toneDescriptors: Record&lt;EmailTone,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style: string; opening: string; closing: string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}&gt; =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professional: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style: 'formal, clear, and business-appropriate',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opening: 'I hope this message finds you well.',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closing: 'Thank you for your time and consideration.',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urgent: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style: 'direct, action-oriented, and time-sensitive',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opening: 'I am reaching out regarding a time-sensitive matter.',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closing: 'Please let me know at your earliest convenience.',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4 more tones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Audience context guides the writing approach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audienceContext: Record&lt;EmailAudience, string&gt; =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client: 'a valued client - maintain customer-first tone',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manager: 'a senior executive - be concise, results-focused',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4 more audiences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generateEmail(input: EmailInput): EmailOutput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tone = toneDescriptors[input.tone];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points = input.keyPoints.split('\n').filter(Boolean);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subject = buildEmailSubject(input, points);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body = buildEmailBody(input, tone, audience, pointsList);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subject, body,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signOff: `Best regards,\n${input.senderName}`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Meeting Notes Engine (meetingEngine.ts)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parsing for action items, decisions &amp; deadlines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summarizeMeeting(input: MeetingNotesInput):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MeetingSummary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lines = input.rawNotes.split('\n').filter(Boolean);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participants = input.participants.split(',').filter(Boolean);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{ keyPoints, actionItems, decisions, deadlines }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parseNotes(lines, participants);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title: input.meetingTitle, participants,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summary, keyPoints, actionItems, decisions, deadlines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parseNotes(lines: string[], participants: string[])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Regex patterns to identify different note types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actionPatterns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/\b(?:action|task|todo|follow.?up|assign|owner)\b/i;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decisionPatterns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/\b(?:decided|agreed|concluded|approved|finalize)\b/i;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deadlinePatterns =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/\b(?:by|before|due|deadline:)\s+(\w+\s?\d{0,2})/i;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line of lines)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(actionPatterns.test(line))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actionItems.push({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task: cleanTask(line),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assignee: findAssignee(line, participants),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deadline: extractDeadline(line),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priority: inferPriority(line),  // High/Medium/Low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if (decisionPatterns.test(line))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decisions.push(cleanTask(line));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else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keyPoints.push(line);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AI Task Planner Engine (taskEngine.ts)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inference, categorization &amp; schedule building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planTasks(input: TaskPlannerInput): TaskPlan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rawTasks = input.tasks.split('\n').filter(Boolean);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planned = rawTasks.map((task, i) =&gt; analyzeTask(task, i));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Sort by priority: High first, then Medium, then Low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sorted = [...planned].sort((a, b) =&gt;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priorityRank(b.priority) - priorityRank(a.priority));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schedule = buildSchedule(sorted, input.workingHours);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totalMinutes = sorted.reduce((sum, t) =&gt;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+ parseMinutes(t.estimatedTime), 0);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tasks: sorted, schedule,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totalEstimatedTime: formatMinutes(totalMinutes),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recommendations: buildRecommendations(sorted, input)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inferPriority(lower: string): TaskPriority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(/\b(?:urgent|critical|asap|blocker|deadline)\b/i.test(lower))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'High';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(/\b(?:eventually|low priority|optional)\b/i.test(lower))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'Low';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'Medium';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inferCategory(lower: string): TaskCategory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(/\b(?:strategy|vision|roadmap|goal)\b/i.test(lower))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'Strategic';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(/\b(?:email|call|meet|communicate)\b/i.test(lower))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'Communication';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(/\b(?:review|audit|analyze|report)\b/i.test(lower))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'Review';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'Operational';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Research Assistant Engine (researchEngine.ts)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extraction, insight generation &amp; recommendations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researchTopic(input: ResearchInput):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ResearchSummary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questions = input.questions.split('\n').filter(Boolean);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topic = input.topic.trim();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themes = extractThemes(topic, questions);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keyInsights = buildInsights(topic, questions,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input.depth, themes);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executiveSummary = buildExecSummary(topic,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keyInsights, input.depth);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recommendations = buildRecommendations(topic, themes);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furtherQuestions = buildFurtherQuestions(topic);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confidence = input.depth === 'Deep Dive' ? 'High'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: input.depth === 'Standard' ? 'Medium' : 'Exploratory';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topic, executiveSummary, keyInsights, themes,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recommendations, furtherQuestions, confidence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extractThemes(topic: string, questions: string[])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themes: string[] = [];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(/\b(?:market|industry|competitor|trend)\b/i.test(topic))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themes.push('Market Landscape');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(/\b(?:ai|technology|software|automation)\b/i.test(topic))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themes.push('Technology &amp; Innovation');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(/\b(?:finance|revenue|budget|roi)\b/i.test(topic))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themes.push('Financial Impact');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Falls back to default themes if none matched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(themes.length === 0)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themes.push('Core Analysis', 'Strategic Implications');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themes.slice(0, 5);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AI Chatbot Engine (chatEngine.ts)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Keyword-based knowledge base with fallback responses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KNOWLEDGE_BASE: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keywords: string[];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response: (input: string) =&gt; string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}[] = [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keywords: ['email', 'draft', 'write email', 'compose'],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(input) =&gt; `Here is how I can help with email: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Use the Smart Email Generator in the sidebar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Quick guidance for email writing: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Start with a clear subject line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Open with context in the first sentence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Use bullet points for multiple items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- End with a specific call-to-action`,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keywords: ['task', 'priority', 'schedule', 'plan'],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response: (input) =&gt; `For task planning, the AI Task Planner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will: prioritize, categorize, estimate time, schedule,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recommend productivity strategies.`,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4 more knowledge entries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generateChatResponse(userInput: string)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lower = userInput.toLowerCase();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entry of KNOWLEDGE_BASE)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(entry.keywords.some((kw) =&gt; lower.includes(kw)))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{ content: entry.response(userInput),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suggestions: SUGGESTIONS.slice(0, 3)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{ content: FALLBACK_RESPONSE(userInput),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suggestions: SUGGESTIONS.slice(0, 3)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Email Generator Page (EmailGenerator.tsx)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component with form inputs, loading &amp; output states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5029200"/>
          </a:xfrm>
          <a:prstGeom prst="rect">
            <a:avLst>
              <a:gd name="adj" fmla="val 1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0160"/>
            <a:ext cx="1097280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function EmailGenerator()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[topic, setTopic] = useState('');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[tone, setTone] = useState&lt;EmailTone&gt;('professional');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[audience, setAudience] = useState&lt;EmailAudience&gt;('client');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[keyPoints, setKeyPoints] = useState('');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[loading, setLoading] = useState(false);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[output, setOutput] = useState&lt;EmailOutput | null&gt;(null);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canGenerate = topic.trim().length &gt; 0;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handleGenerate = async () =&gt; {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(!canGenerate) return;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setLoading(true);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setOutput(null);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await simulateAiDelay();  // Simulate AI processing time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result = generateEmail(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topic, tone, audience, keyPoints,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senderName, senderRole });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setOutput(result);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setLoading(false);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(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className="grid grid-cols-1 lg:grid-cols-2 gap-6"&gt;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Input Panel with form fields */}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&lt;TextInput value={topic} onChange={setTopic}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&lt;Select value={tone} options={tones}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&lt;Select value={audience} options={audiences}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&lt;TextArea value={keyPoints} rows={5}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&lt;Button onClick={handleGenerate}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disabled={!canGenerate || loading}&gt;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{loading ? 'Generating...' : 'Generate Email'}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&lt;/Button&gt;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{/* Output Panel with loading/empty/result states */}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{loading ? &lt;LoadingState message="Crafting email..." /&gt;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output ? &lt;OutputPanel title="Email Body"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onCopy={copyText}&gt;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{output.body}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&lt;/OutputPanel&gt;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: &lt;EmptyState icon={Mail} /&gt;}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);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Using AI Productivity Tools (1/2)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should be aware of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91440" cy="1508760"/>
          </a:xfrm>
          <a:prstGeom prst="roundRect">
            <a:avLst>
              <a:gd name="adj" fmla="val 20000"/>
            </a:avLst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Output Quality Is Not Guaranteed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emails, summaries, and research may contain errors, wrong facts, or unclear language. A human must always review and fix the output before using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91440" cy="1508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63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Over-Reliance on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users trust AI too much, they may stop thinking critically. This can lead to poor decisions, missed details, and lower quality work over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110642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617720"/>
            <a:ext cx="91440" cy="1508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Privacy and Data Security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1663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may enter sensitive company information, client names, or internal plans into the tool. If the data is stored or sent to external servers, it could be leaked or misused.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of Using AI Productivity Tools (2/2)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should be aware of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234440"/>
            <a:ext cx="5394960" cy="73152"/>
          </a:xfrm>
          <a:prstGeom prst="roundRect">
            <a:avLst>
              <a:gd name="adj" fmla="val 250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Tone and Context Misunderstanding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may not fully understand the context of a situation. An email that should sound urgent might sound too soft, or a summary might miss the main point of a meeting.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72200" y="12344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234440"/>
            <a:ext cx="5394960" cy="73152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Generic or Repetitive Output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18745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real LLM backend, the AI engine uses templates and patterns. This means outputs can feel similar or generic, especially when used many times.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749040"/>
            <a:ext cx="5394960" cy="73152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Integration with Real Workflows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3891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a prototype. It does not connect to real email, calendar, or task management systems. Users must copy and paste results into their actual tools.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3749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3749040"/>
            <a:ext cx="5394960" cy="73152"/>
          </a:xfrm>
          <a:prstGeom prst="roundRect">
            <a:avLst>
              <a:gd name="adj" fmla="val 25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931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Need for Human Review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3891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output includes a disclaimer: "AI-generated content may require human review." Users must verify accuracy, tone, and appropriateness before using any output.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88952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640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 used to build FlowAI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45920"/>
            <a:ext cx="640080" cy="640080"/>
          </a:xfrm>
          <a:prstGeom prst="ellipse">
            <a:avLst/>
          </a:prstGeom>
          <a:solidFill>
            <a:srgbClr val="61DAF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framework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645920"/>
            <a:ext cx="640080" cy="640080"/>
          </a:xfrm>
          <a:prstGeom prst="ellipse">
            <a:avLst/>
          </a:prstGeom>
          <a:solidFill>
            <a:srgbClr val="3178C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34924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4924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371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21040" y="1645920"/>
            <a:ext cx="640080" cy="6400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645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098280" y="1645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98280" y="2057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styling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657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Icon library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97680" y="3657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931920"/>
            <a:ext cx="640080" cy="640080"/>
          </a:xfrm>
          <a:prstGeom prst="ellipse">
            <a:avLst/>
          </a:prstGeom>
          <a:solidFill>
            <a:srgbClr val="646C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4924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5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34924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 &amp; dev server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046720" y="3657600"/>
            <a:ext cx="347472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21040" y="393192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8321040" y="3931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098280" y="3931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98280" y="43434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 generation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1E40A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2743200"/>
            <a:ext cx="5486400" cy="548640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7315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2286000" y="173736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is a complete web app with 5 AI-powered productivity tools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0" y="237744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React, TypeScript, Tailwind CSS, and Lucide icons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286000" y="301752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uses structured prompt engineering for clear output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286000" y="365760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states, responsive design, and disclaimers are included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286000" y="429768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0" y="4206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include output quality, privacy, and over-reliance on AI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286000" y="4937760"/>
            <a:ext cx="228600" cy="2286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4846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is always required before using AI-generated content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18304" y="5669280"/>
            <a:ext cx="274320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806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63550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FlowAI - AI Workplace Productivity Assistant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2026-09-03T12:44:08Z</dcterms:created>
  <dcterms:modified xsi:type="dcterms:W3CDTF">2026-09-03T12:44:08Z</dcterms:modified>
</cp:coreProperties>
</file>